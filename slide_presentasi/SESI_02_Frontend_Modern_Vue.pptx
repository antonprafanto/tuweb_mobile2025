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2_vue_frontend/slide_02_sistem_reaktivitas_ref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2_vue_frontend/slide_03_reaktivitas_objek_reactive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2_vue_frontend/slide_04_text_interpolation_v_bind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2_vue_frontend/slide_05_two_way_binding_v_model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2_vue_frontend/slide_07_list_rendering_v_for_dan_key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2_vue_frontend/slide_08_event_handling_dan_modifiers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2_vue_frontend/slide_09_computed_properties_ips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2_vue_frontend/slide_10_watchers_dan_side_effects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2_vue_frontend/slide_11_lifecycle_hooks_onmounted.ht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2_vue_frontend/slide_13_props_aliran_data_induk_anak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2_vue_frontend/slide_14_emits_komunikasi_anak_ke_induk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2_vue_frontend/slide_16_state_reusable_composables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2_vue_frontend/slide_17_lab_quest_02_krs_interaktif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896112"/>
            <a:ext cx="10545775" cy="5212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22960"/>
            <a:ext cx="10545775" cy="5212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✦ STSI4303 • PEMROGRAMAN BERBASIS PERANGKAT BERGERAK • SESI 02 ✦</a:t>
            </a:r>
          </a:p>
          <a:p>
            <a:pPr>
              <a:spcAft>
                <a:spcPts val="1400"/>
              </a:spcAft>
              <a:defRPr sz="2800" b="1">
                <a:solidFill>
                  <a:srgbClr val="000000"/>
                </a:solidFill>
                <a:latin typeface="Segoe UI"/>
              </a:defRPr>
            </a:pPr>
            <a:r>
              <a:t>REKAYASA FRONTEND MODERN BERBASIS VUE.JS 3</a:t>
            </a:r>
          </a:p>
          <a:p>
            <a:pPr>
              <a:spcAft>
                <a:spcPts val="3600"/>
              </a:spcAft>
              <a:defRPr sz="1400">
                <a:solidFill>
                  <a:srgbClr val="3C3C3C"/>
                </a:solidFill>
                <a:latin typeface="Segoe UI"/>
              </a:defRPr>
            </a:pPr>
            <a:r>
              <a:t>Mata Kuliah: Pemrograman Berbasis Perangkat Bergerak (STSI4303 / MSIM4401)</a:t>
            </a:r>
            <a:br/>
            <a:r>
              <a:t>Modul Acuan BMP: Modul 2 • Reaktivitas, Direktif Template, Lifecycle, &amp; Modular Components</a:t>
            </a:r>
          </a:p>
          <a:p>
            <a:pPr>
              <a:defRPr sz="1150" b="1">
                <a:solidFill>
                  <a:srgbClr val="000000"/>
                </a:solidFill>
                <a:latin typeface="Segoe UI"/>
              </a:defRPr>
            </a:pPr>
            <a:r>
              <a:t>■  Anton Prafanto, S.Kom., M.T.  ■  FAKULTAS SAINS DAN TEKNOLOGI • UNIVERSITAS TERBUKA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8346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8346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02 • PARADIGMA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Pergeseran Paradigma: Imperatif (Vanilla JS) vs Deklaratif (Vue.js 3)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PENDEKATAN IMPERATIF (VANILLA DOM)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Fokus pada 'Bagaimana Cara Mengubah' (How to do it).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Wajib mencari elemen manual: getElementById('score').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Menulis innerHTML atau textContent setiap data berubah.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Rawan bug sinkronisasi jika ada 10 elemen yang saling terikat.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Beban kognitif tinggi saat aplikasi mobile semakin kompleks.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PENDEKATAN DEKLARATIF (VUE 3 REAKTIF)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Fokus pada 'Hasil Tampilan Apa yang Diinginkan' (What to render).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Cukup definisikan State Reaktif menggunakan ref() atau reactive().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Antarmuka (DOM) otomatis diperbarui oleh Virtual DOM Engine.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Zero DOM Queries: Tidak ada lagi getElementById di basis kode!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Sangat hemat memori, mudah diuji, dan modular untuk mobile.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7490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749039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03 • REAKTIVITAS DASAR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Sistem Reaktivitas Primitif: ref() dan Unboxing .value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ref() membungkus tipe data primitif (Number, String, Boolean).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Vue membungkusnya dalam objek kontainer ber-getter &amp; setter.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Aturan Akses di JavaScript: Wajib menyertakan .value (misal: sks.value++).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Aturan Akses di Template: Otomatis di-unwrap, cukup panggil {{ sks }}.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Paling cocok untuk state tunggal seperti counter, toggle boolean, dan input text.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Jangan menulis totalSks++ di dalam script, karena akan menimpa objek ref menjadi angka biasa!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slide_02_sistem_reaktivitas_ref.html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ref } from 'vue';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1. Inisialisasi state primitif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totalSks = ref(18);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isAktif = ref(true);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2. Mutasi data di dalam JavaScript (Wajib .value)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function tambahSks()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if (totalSks.value &lt; 24)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totalSks.value += 3;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3. Template HTML otomatis unwrap (Tanpa .value!):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&lt;p&gt;Total: {{ totalSks }} SKS&lt;/p&gt;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&lt;button @click="tambahSks"&gt;Tambah SKS&lt;/button&gt;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(slide_02_sistem_reaktivitas_ref.html)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0632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04 • OBJEK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Reaktivitas Objek Majemuk: reactive() &amp; JavaScript Proxy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reactive() digunakan untuk membungkus objek majemuk atau array.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Didukung oleh fitur native JavaScript ES6 Proxy secara mendalam (deep reactivity).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Keunggulan: Tidak perlu menulis .value sama sekali di JavaScript!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Langsung mutasi properti objek: mahasiswa.semester++.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Peringatan: Jangan melakukan destructuring langsung (gunakan toRefs).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ref() untuk tipe data primitif dan reactive() untuk struktur objek entitas.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slide_03_reaktivitas_objek_reactive.html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reactive } from 'vue';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Membungkus satu entitas objek utuh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mhs = reactive({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nim: '043123456',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nama: 'Siti Aminah',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prodi: 'Sistem Informasi',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semester: 4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Akses langsung tanpa .value!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function naikSemester()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mhs.semester++;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Template: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&lt;h3&gt;{{ mhs.nama }} (NIM: {{ mhs.nim }})&lt;/h3&gt;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(slide_03_reaktivitas_objek_reactive.html)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634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05 • DIREKTIF ATRIBUT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Text Interpolation {{ }} &amp; Pengikatan Dinamis (v-bind / :)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Interpolasi {{ }} hanya berlaku untuk teks di antara tag pembuka dan penutup.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Untuk mengubah atribut HTML secara dinamis, gunakan direktif v-bind.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Shorthand resmi: Cukup gunakan tanda titik dua (:).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Mendukung pengikatan class kondisional: :class="{ 'lunas': isLunas }".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Mendukung manipulasi atribut boolean seperti :disabled="!isLunas".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Selalu gunakan shorthand titik dua (:) dalam standar penulisan kode modern industri.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slide_04_text_interpolation_v_bind.html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Format Panjang vs Shorthand Resmi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&lt;button v-bind:disabled="!isLunas"&gt;Bayar&lt;/button&gt;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&lt;button :disabled="!isLunas"&gt;Bayar (Shorthand)&lt;/button&gt;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Dynamic Class Binding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&lt;div :class="['status-box', isLunas ? 'lunas' : 'tunggak']"&gt;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Status Tagihan SPP: {{ isLunas ? 'Lunas' : 'Belum' }}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&lt;/div&gt;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Dynamic Inline Style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&lt;div :style="{ borderLeftWidth: borderTebal + 'px' }"&gt;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Kartu Ujian Semester UT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&lt;/div&gt;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(slide_04_text_interpolation_v_bind.html)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06 • FORM DUA ARAH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Pengikatan Data Dua Arah (v-model) &amp; Input Modifiers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v-model menyinkronkan masukan keyboard pengguna dengan variabel state secara real-time.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Secara internal menggabungkan pengikatan :value dengan event @input.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Bekerja sempurna pada input text, number, select dropdown, checkbox, dan radio.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Modifier .trim: Otomatis membuang spasi kosong di awal dan akhir teks.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Modifier .number: Otomatis mengonversi teks masukan menjadi tipe data angka murni.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modifier .number untuk kolom SKS atau IPK agar tidak terbaca sebagai string di JavaScript!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slide_05_two_way_binding_v_model.html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Input Teks dengan pembersihan spasi otomatis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&lt;input type="text" v-model.trim="form.nama"&gt;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Input Angka dengan konversi numerik otomatis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&lt;input type="number" v-model.number="form.sks"&gt;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Select Dropdown Terikat ke State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&lt;select v-model="form.prodi"&gt;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&lt;option value="SI"&gt;S1 Sistem Informasi&lt;/option&gt;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&lt;option value="IF"&gt;S1 Informatika&lt;/option&gt;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&lt;/select&gt;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Multiple Checkbox terikat ke Array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&lt;input type="checkbox" value="Mobile" v-model="form.minat"&gt;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(slide_05_two_way_binding_v_model.html)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406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07 • KINERJA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Conditional Rendering: v-if (Bongkar Pasang DOM) vs v-show (CSS Toggle)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V-IF (CONDITIONAL RENDERING SEJATI)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Elemen benar-benar DICABUT dan DIBUANG dari memori pohon DOM.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Initial Render Cost Rendah: Jika false, tidak memakan RAM sama sekali.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Toggle Cost Tinggi: Membutuhkan waktu CPU untuk membuat ulang elemen.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Mendukung rantai logika v-else-if dan v-else.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Rekomendasi Mobile: Dialog Logout, Panel Admin, Layar Pembayaran.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V-SHOW (CSS VISIBILITY TOGGLE)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Elemen SELALU TETAP ADA di pohon DOM sejak awal komponen dimuat.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Hanya memanipulasi CSS inline: display: none !important.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Initial Render Cost Tinggi: Semua elemen langsung dibuat ke memori.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Toggle Cost Sangat Rendah: Alih tampilan instan tanpa lag CPU.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Rekomendasi Mobile: Tab Bar Navigasi, Accordion FAQ, Tooltip Bantuan.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406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08 • RENDER KOLEKSI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List Rendering (v-for) &amp; Urgensi Atribut :key Unik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v-for merender koleksi daftar array atau properti objek secara efisien.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Sintaks: v-for="(item, index) in daftarMk" :key="item.id".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Atribut :key WAJIB ada dan harus bernilai unik (misal ID mata kuliah).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Virtual DOM Diffing: Key memberi petunjuk identitas bagi algoritma rekonsiliasi Vue.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Bahaya Index sebagai Key: Jika baris dihapus, state internal input form dapat tertukar!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Jangan sekali-kali menggabungkan v-if dan v-for pada satu tag elemen yang sama!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slide_07_list_rendering_v_for_dan_key.html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JANGAN GUNAKAN INDEX SEBAGAI KEY: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&lt;li v-for="(mk, i) in list" :key="i"&gt; (RAWAN BUG)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REKOMENDASI RESMI: Gunakan ID Unik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&lt;div v-for="mk in daftarMk" :key="mk.id" class="mk-card"&gt;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&lt;h4&gt;{{ mk.kode }} - {{ mk.nama }}&lt;/h4&gt;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&lt;span&gt;{{ mk.sks }} SKS&lt;/span&gt;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&lt;button @click="hapusMk(mk.id)"&gt;Hapus&lt;/button&gt;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&lt;/div&gt;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Mutasi Array Reaktif: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function hapusMk(id)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daftarMk.value = daftarMk.value.filter(x =&gt; x.id !== id);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(slide_07_list_rendering_v_for_dan_key.html)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406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09 • INTERAKSI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Penanganan Event (@event) &amp; Event Modifiers (.prevent, .stop)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Shorthand resmi @click menggantikan penulisan panjang v-on:click.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Mendukung pemanggilan ekspresi inline (@click="count++") maupun method handler.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Modifier .prevent: Menghentikan aksi default peramban (misal e.preventDefault()).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Sangat krusial untuk mencegah reload halaman mobile saat form dikirimkan!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Modifier .stop: Menghentikan perambatan event bubbling (e.stopPropagation()).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@submit.prevent di setiap tag form agar aplikasi mobile tidak refresh tiba-tiba.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slide_08_event_handling_dan_modifiers.html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Mencegah reload halaman secara otomatis pada submit form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&lt;form @submit.prevent="kirimDataTugas"&gt;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&lt;input type="text" v-model="jawaban" @keyup.enter="kirimDataTugas"&gt;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&lt;button type="submit"&gt;Kirim Tugas&lt;/button&gt;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&lt;/form&gt;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Mencegah event klik tembus ke kartu pembungkus luar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&lt;div class="card" @click="bukaDetail"&gt;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&lt;button @click.stop="hapusItem"&gt;Hapus (Aman)&lt;/button&gt;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&lt;/div&gt;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Key Modifiers Populer: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@keyup.enter, @keyup.esc, @keyup.delete --&gt;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(slide_08_event_handling_dan_modifiers.html)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10 • KINERJA CACHING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Properti Terkalkulasi (computed) &amp; Efisiensi Caching Baterai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computed() menghasilkan nilai turunan dari state reaktif yang ada.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Memiliki mekanisme dependency caching: hanya dihitung jika dependensinya berubah.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Berbeda dengan method biasa: method dihitung ulang SETIAP KALI komponen me-render!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Murni bersifat getter: tidak boleh memiliki efek samping (side effects) ke luar.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Menjadi fondasi utama perhitungan IPK, total keranjang belanja, dan filter pencarian.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Jika Anda hanya ingin menghitung nilai baru tanpa mengubah database, selalu pilih computed()!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slide_09_computed_properties_ips.html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ref, computed } from 'vue';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daftarNilai = ref([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{ nama: 'Pemrograman Bergerak', sks: 3, bobot: 4.0 },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{ nama: 'Basis Data', sks: 3, bobot: 3.5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]);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COMPUTED: Di-cache secara efisien di memori!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ips = computed(()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totalSks = daftarNilai.value.reduce((a, b) =&gt; a + b.sks, 0);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totalMutu = daftarNilai.value.reduce((a, b) =&gt; a + (b.sks * b.bobot), 0);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return (totalMutu / totalSks).toFixed(2);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Template langsung menampilkan {{ ips }}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(slide_09_computed_properties_ips.html)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1775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11 • EFEK SAMPING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Pemantau Data (watch) &amp; Efek Samping (Auto-Save LocalStorage)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watch() digunakan ketika kita ingin menjalankan efek samping saat data berubah.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Menerima parameter nilai baru (newValue) dan nilai lama (oldValue).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Sangat ideal untuk: Auto-save draft, pemanggilan API asinkron, dan sensor GPS.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Gunakan teknik debouncing agar penulisan ke disk ponsel tidak terlalu sering.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watchEffect(): Otomatis melacak dependensi dan berjalan langsung saat inisialisasi.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watch() untuk operasi asinkron atau I/O, jangan untuk sekadar manipulasi string tampilan.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slide_10_watchers_dan_side_effects.html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ref, watch } from 'vue';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draftCatatan = ref('');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Pantau perubahan teks dan simpan ke LocalStorage HP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watch(draftCatatan, (isiBaru)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console.log('Menyimpan perubahan ke storage...');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localStorage.setItem('draft_tugas_ut', isiBaru);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Fitur deep watch untuk memantau perubahan isi objek: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watch(mhs, (newVal) =&gt; { ... }, { deep: true });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(slide_10_watchers_dan_side_effects.html)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1775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12 • SIKLUS HIDUP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Siklus Hidup Komponen: onMounted, onUpdated, &amp; onUnmounted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Siklus hidup mengontrol kapan kode dijalankan selama keberadaan komponen di layar.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onMounted(): Dipanggil saat komponen pertama kali menempel di DOM (Fetch API, GPS).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onUpdated(): Dipanggil saat ada perubahan state yang memicu render ulang DOM.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onUnmounted(): Dipanggil saat komponen dibongkar atau pengguna berpindah halaman.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Penting untuk Mobile: Wajib membersihkan setInterval dan listener di onUnmounted!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Aplikasi mobile yang boros baterai biasanya diakibatkan kelalaian mematikan interval di onUnmounted.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slide_11_lifecycle_hooks_onmounted.html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ref, onMounted, onUnmounted } from 'vue';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durasiBelajar = ref(0);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let timerId = null;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onMounted(()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console.log('Komponen terpasang! Memulai timer...');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timerId = setInterval(() =&gt; durasiBelajar.value++, 1000);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onUnmounted(()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console.log('Komponen dibongkar! Membersihkan interval...');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clearInterval(timerId); // MENCEGAH MEMORY LEAK!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(slide_11_lifecycle_hooks_onmounted.html)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406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13 • ARSITEKTUR SFC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Anatomi Single File Component (.vue): Tiga Pilar Modular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3332073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3332073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28800"/>
            <a:ext cx="2966313" cy="41148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96631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1. &lt;TEMPLATE&gt;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296631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0000"/>
                </a:solidFill>
                <a:latin typeface="Segoe UI"/>
              </a:defRPr>
            </a:pPr>
            <a:r>
              <a:t>Struktur Tampilan HTML</a:t>
            </a:r>
          </a:p>
          <a:p>
            <a:pPr>
              <a:spcAft>
                <a:spcPts val="500"/>
              </a:spcAft>
              <a:defRPr sz="1000">
                <a:solidFill>
                  <a:srgbClr val="1E1E1E"/>
                </a:solidFill>
                <a:latin typeface="Segoe UI"/>
              </a:defRPr>
            </a:pPr>
            <a:r>
              <a:t>•  Menampung elemen visual antarmuka.</a:t>
            </a:r>
          </a:p>
          <a:p>
            <a:pPr>
              <a:spcAft>
                <a:spcPts val="500"/>
              </a:spcAft>
              <a:defRPr sz="1000">
                <a:solidFill>
                  <a:srgbClr val="1E1E1E"/>
                </a:solidFill>
                <a:latin typeface="Segoe UI"/>
              </a:defRPr>
            </a:pPr>
            <a:r>
              <a:t>•  Mendukung direktif reaktif Vue.</a:t>
            </a:r>
          </a:p>
          <a:p>
            <a:pPr>
              <a:spcAft>
                <a:spcPts val="500"/>
              </a:spcAft>
              <a:defRPr sz="1000">
                <a:solidFill>
                  <a:srgbClr val="1E1E1E"/>
                </a:solidFill>
                <a:latin typeface="Segoe UI"/>
              </a:defRPr>
            </a:pPr>
            <a:r>
              <a:t>•  Otomatis meng-unwrap nilai ref tanpa repot menulis .value.</a:t>
            </a:r>
          </a:p>
          <a:p>
            <a:pPr>
              <a:spcAft>
                <a:spcPts val="500"/>
              </a:spcAft>
              <a:defRPr sz="1000">
                <a:solidFill>
                  <a:srgbClr val="1E1E1E"/>
                </a:solidFill>
                <a:latin typeface="Segoe UI"/>
              </a:defRPr>
            </a:pPr>
            <a:r>
              <a:t>•  Tidak memerlukan tag root tunggal (Vue 3 Fragments).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2505" y="1719072"/>
            <a:ext cx="3332073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9353" y="1645920"/>
            <a:ext cx="3332073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2233" y="1828800"/>
            <a:ext cx="2966313" cy="41148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2233" y="1828800"/>
            <a:ext cx="296631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2. &lt;SCRIPT SETUP&gt;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233" y="2377440"/>
            <a:ext cx="296631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0000"/>
                </a:solidFill>
                <a:latin typeface="Segoe UI"/>
              </a:defRPr>
            </a:pPr>
            <a:r>
              <a:t>Otak Logika Reaktif</a:t>
            </a:r>
          </a:p>
          <a:p>
            <a:pPr>
              <a:spcAft>
                <a:spcPts val="500"/>
              </a:spcAft>
              <a:defRPr sz="1000">
                <a:solidFill>
                  <a:srgbClr val="1E1E1E"/>
                </a:solidFill>
                <a:latin typeface="Segoe UI"/>
              </a:defRPr>
            </a:pPr>
            <a:r>
              <a:t>•  Sintaks Composition API modern.</a:t>
            </a:r>
          </a:p>
          <a:p>
            <a:pPr>
              <a:spcAft>
                <a:spcPts val="500"/>
              </a:spcAft>
              <a:defRPr sz="1000">
                <a:solidFill>
                  <a:srgbClr val="1E1E1E"/>
                </a:solidFill>
                <a:latin typeface="Segoe UI"/>
              </a:defRPr>
            </a:pPr>
            <a:r>
              <a:t>•  Semua variabel dan fungsi otomatis terekspos ke template.</a:t>
            </a:r>
          </a:p>
          <a:p>
            <a:pPr>
              <a:spcAft>
                <a:spcPts val="500"/>
              </a:spcAft>
              <a:defRPr sz="1000">
                <a:solidFill>
                  <a:srgbClr val="1E1E1E"/>
                </a:solidFill>
                <a:latin typeface="Segoe UI"/>
              </a:defRPr>
            </a:pPr>
            <a:r>
              <a:t>•  Mendukung impor komponen lain secara instan tanpa registrasi manual.</a:t>
            </a:r>
          </a:p>
          <a:p>
            <a:pPr>
              <a:spcAft>
                <a:spcPts val="500"/>
              </a:spcAft>
              <a:defRPr sz="1000">
                <a:solidFill>
                  <a:srgbClr val="1E1E1E"/>
                </a:solidFill>
                <a:latin typeface="Segoe UI"/>
              </a:defRPr>
            </a:pPr>
            <a:r>
              <a:t>•  Kinerja kompilasi runtime jauh lebih kencang.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8898" y="1719072"/>
            <a:ext cx="3332073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5746" y="1645920"/>
            <a:ext cx="3332073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18626" y="1828800"/>
            <a:ext cx="2966313" cy="41148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8626" y="1828800"/>
            <a:ext cx="2966313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0000"/>
                </a:solidFill>
                <a:latin typeface="Segoe UI"/>
              </a:defRPr>
            </a:pPr>
            <a:r>
              <a:t>3. &lt;STYLE SCOPED&gt;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8626" y="2377440"/>
            <a:ext cx="2966313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0000"/>
                </a:solidFill>
                <a:latin typeface="Segoe UI"/>
              </a:defRPr>
            </a:pPr>
            <a:r>
              <a:t>Isolasi Gaya Desain</a:t>
            </a:r>
          </a:p>
          <a:p>
            <a:pPr>
              <a:spcAft>
                <a:spcPts val="500"/>
              </a:spcAft>
              <a:defRPr sz="1000">
                <a:solidFill>
                  <a:srgbClr val="1E1E1E"/>
                </a:solidFill>
                <a:latin typeface="Segoe UI"/>
              </a:defRPr>
            </a:pPr>
            <a:r>
              <a:t>•  Kata kunci scoped mengisolasi CSS.</a:t>
            </a:r>
          </a:p>
          <a:p>
            <a:pPr>
              <a:spcAft>
                <a:spcPts val="500"/>
              </a:spcAft>
              <a:defRPr sz="1000">
                <a:solidFill>
                  <a:srgbClr val="1E1E1E"/>
                </a:solidFill>
                <a:latin typeface="Segoe UI"/>
              </a:defRPr>
            </a:pPr>
            <a:r>
              <a:t>•  Gaya hanya berlaku pada komponen ini saja.</a:t>
            </a:r>
          </a:p>
          <a:p>
            <a:pPr>
              <a:spcAft>
                <a:spcPts val="500"/>
              </a:spcAft>
              <a:defRPr sz="1000">
                <a:solidFill>
                  <a:srgbClr val="1E1E1E"/>
                </a:solidFill>
                <a:latin typeface="Segoe UI"/>
              </a:defRPr>
            </a:pPr>
            <a:r>
              <a:t>•  Mencegah konflik class CSS dengan komponen lain di proyek tim.</a:t>
            </a:r>
          </a:p>
          <a:p>
            <a:pPr>
              <a:spcAft>
                <a:spcPts val="500"/>
              </a:spcAft>
              <a:defRPr sz="1000">
                <a:solidFill>
                  <a:srgbClr val="1E1E1E"/>
                </a:solidFill>
                <a:latin typeface="Segoe UI"/>
              </a:defRPr>
            </a:pPr>
            <a:r>
              <a:t>•  Sangat krusial untuk proyek mobile skala besar.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40919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4091939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40919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14 • ALUR DATA INDUK-ANAK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Komunikasi Komponen: Aliran Data Satu Arah via Props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Prinsip One-Way Data Flow: Komponen induk menyalurkan data ke komponen anak.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Komponen anak mendeklarasikan props yang diterima dengan defineProps().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Dukungan validasi tipe data: String, Number, Boolean, Array, Object.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Aturan Mutlak: Komponen anak DILARANG mengubah nilai props secara langsung!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Jika anak perlu mengubah data, ia harus memancarkan event ke induk via emit().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props agar komponen antarmuka Anda dapat dipakai ulang (reusable) di banyak halaman.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slide_13_props_aliran_data_induk_anak.html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DI DALAM KOMPONEN ANAK (KartuMahasiswa.vue)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&lt;script setup&gt;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props = defineProps({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nama: { type: String, required: true },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nim: String,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semester: { type: Number, default: 1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&lt;/script&gt;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&lt;template&gt;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&lt;div class="card"&gt;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&lt;h3&gt;{{ nama }} ({{ nim }})&lt;/h3&gt;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&lt;span&gt;Semester {{ semester }}&lt;/span&gt;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&lt;/div&gt;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&lt;/template&gt;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DI KOMPONEN INDUK: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&lt;KartuMahasiswa :nama="mhs.nama" :nim="mhs.nim" /&gt; --&gt;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(slide_13_props_aliran_data_induk_anak.html)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42062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42062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15 • KOMUNIKASI ANAK-INDUK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Komunikasi Komponen Anak ke Induk: Custom Events via emit()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Filosofi Arsitektur: 'Props Down, Events Up'.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Anak memancarkan sinyal aksi pengguna menggunakan defineEmits().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Mendukung pengiriman payload data tambahan (misal: ID item yang dihapus).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Komponen induk mendengarkan sinyal tersebut menggunakan listener @nama-event.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Menjaga batas tanggung jawab komponen tetap rapi dan mudah di-debug.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Beri nama custom event dengan gaya kebab-case (misal: update-status, bukan updateStatus).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slide_14_emits_komunikasi_anak_ke_induk.html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DI DALAM KOMPONEN ANAK (ItemModul.vue)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&lt;script setup&gt;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emit = defineEmits(['hapus-item', 'tambah-qty']);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function triggerHapus(id)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emit('hapus-item', id); // Kirim event + payload ID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&lt;/script&gt;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&lt;template&gt;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&lt;button @click="triggerHapus(modul.id)"&gt;Hapus Modul&lt;/button&gt;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&lt;/template&gt;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DI KOMPONEN INDUK: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&lt;ItemModul @hapus-item="tanganiHapus" /&gt;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function tanganiHapus(id) { keranjang.filter(...) } --&gt;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(slide_14_emits_komunikasi_anak_ke_induk.html)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8633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16 •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State Management Ringan: Pola Custom Composables (useKRSManager)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Composables adalah fungsi JavaScript yang memanfaatkan Composition API untuk logika stateful.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Memisahkan logika bisnis (kalkulasi SKS, validasi batas) dari template tampilan.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Konvensi penamaan standar industri: diawali kata 'use' (misal: useKRSManager).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Dapat diimpor dan digunakan bersama di berbagai halaman aplikasi secara modular.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Pengganti modern dan bersih bagi fitur warisan Mixins di Vue generasi sebelumnya.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Pindahkan logika bisnis ke composables agar file komponen Vue Anda tetap ramping (&lt; 100 baris).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slide_16_state_reusable_composables.html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Berkas Terpisah: composables/useKRSManager.js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ref, computed } from 'vue';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export function useKRSManager()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krs = ref([]);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totalSks = computed(() =&gt; krs.value.reduce((s, i) =&gt; s + i.sks, 0));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const isPenuh = computed(() =&gt; totalSks.value &gt;= 24);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function ambilMk(mk)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if (totalSks.value + mk.sks &lt;= 24) krs.value.push(mk);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return { krs, totalSks, isPenuh, ambilMk };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Konsumsi di SFC mana pun: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const { krs, totalSks, ambilMk } = useKRSManager();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(slide_16_state_reusable_composables.html)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9776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17 • SOLUSI LAB QUEST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🎯 Master Solusi Lab Quest 02: Aplikasi Manajemen KRS Mandiri Mahasiswa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ALUR KERJA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Studi Kasus Lengkap: Simulasi Pengisian Kartu Rencana Studi (KRS) FST UT.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Pencarian Real-Time: Filter nama &amp; kode mata kuliah menggunakan computed().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Filter Semester Dinamis: Menampilkan mata kuliah sesuai tingkat semester.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Proteksi Kuota SKS: Validasi otomatis batas maksimal 24 SKS.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Pengesahan Digital: Ringkasan statistik dan tombol simpan interaktif.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Jalankan berkas slide_17 di browser Anda untuk menguji seluruh integrasi fitur secara utuh!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slide_17_lab_quest_02_krs_interaktif.html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Logika Inti Solusi Lab Quest 02 (KRS Interaktif)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hasilFilter = computed(()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return katalog.value.filter(mk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const matchNama = mk.nama.toLowerCase().includes(cari.value.toLowerCase());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const matchSem = filterSem.value === '0' || mk.semester == filterSem.value;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return matchNama &amp;&amp; matchSem;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totalSks = computed(() =&gt; krs.value.reduce((a, b) =&gt; a + b.sks, 0));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sisaKuota = computed(() =&gt; Math.max(0, maxSks.value - totalSks.value));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function ambilMk(mk)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if (totalSks.value + mk.sks &lt;= maxSks.value) krs.value.push(mk);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(slide_17_lab_quest_02_krs_interaktif.html)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634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18 • JEMBATAN SESI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Jembatan Menuju Sesi 03: Mengapa Vue 3 Butuh Perlindungan TypeScript?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BAHAYA JAVASCRIPT MURNI (DYNAMIC)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Typo Properti Silent: mhs.skorIpk alih-alih mhs.ipk.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JavaScript diam saja dan mengembalikan nilai undefined.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Kalkulasi numerik menghasilkan NaN (Not a Number).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Bug baru ketahuan saat aplikasi sudah dipakai pengguna ponsel.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Sulit melakukan refactoring pada aplikasi dengan ratusan berkas.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KEKUATAN TYPESCRIPT (STATIC CONTRACT)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Interface Kontrak Data: Menentukan properti dan tipe secara mutlak.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Compile-Time Safety: Editor langsung memberi garis merah saat salah ketik.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Autocompletion Cerdas: Muncul rekomendasi otomatis saat mengetik titik.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Mencegah 90% error logika runtime sebelum aplikasi sempat di-build.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Wajib dikuasai untuk TUGAS TUTORIAL 1 di Sesi 03 pekan depan!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