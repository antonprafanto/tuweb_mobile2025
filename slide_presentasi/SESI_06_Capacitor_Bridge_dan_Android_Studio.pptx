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6_capacitor_android/slide_02_komparasi_capacitor_vs_cordova.html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6_capacitor_android/slide_03_cara_kerja_runtime_bridge.html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6_capacitor_android/slide_04_konfigurasi_capacitor_config.html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6_capacitor_android/slide_05_alur_perintah_cli_capacitor.html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6_capacitor_android/slide_06_anatomi_folder_android.htm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6_capacitor_android/slide_07_konfigurasi_build_gradle.ht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6_capacitor_android/slide_08_anatomi_android_manifest.html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6_capacitor_android/slide_09_manajemen_runtime_permissions.html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6_capacitor_android/slide_10_pengenalan_android_studio.html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6_capacitor_android/slide_11_dilema_ram_emulator_vs_device.html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6_capacitor_android/slide_12_panduan_usb_debugging_android.md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6_capacitor_android/slide_13_panduan_scrcpy_mirroring.htm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6_capacitor_android/slide_14_chrome_remote_debugging_inspect.htm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6_capacitor_android/slide_15_keamanan_webview_dan_xss.html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6_capacitor_android/slide_16_troubleshooting_build_android.md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6_capacitor_android/slide_17_lab_quest_06_bridge_tester.html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6_capacitor_android/slide_18_preview_sesi_07_api_storage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896112"/>
            <a:ext cx="10545775" cy="5212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822960"/>
            <a:ext cx="10545775" cy="52120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✦ STSI4303 • PEMROGRAMAN BERBASIS PERANGKAT BERGERAK • SESI 06 ✦</a:t>
            </a:r>
          </a:p>
          <a:p>
            <a:pPr>
              <a:spcAft>
                <a:spcPts val="1400"/>
              </a:spcAft>
              <a:defRPr sz="2600" b="1">
                <a:solidFill>
                  <a:srgbClr val="000000"/>
                </a:solidFill>
                <a:latin typeface="Segoe UI"/>
              </a:defRPr>
            </a:pPr>
            <a:r>
              <a:t>CAPACITOR RUNTIME BRIDGE, ANDROID STUDIO &amp; USB DEBUGGING</a:t>
            </a:r>
          </a:p>
          <a:p>
            <a:pPr>
              <a:spcAft>
                <a:spcPts val="3600"/>
              </a:spcAft>
              <a:defRPr sz="1350">
                <a:solidFill>
                  <a:srgbClr val="3C3C3C"/>
                </a:solidFill>
                <a:latin typeface="Segoe UI"/>
              </a:defRPr>
            </a:pPr>
            <a:r>
              <a:t>Mata Kuliah: Pemrograman Berbasis Perangkat Bergerak (STSI4303 / MSIM4401)</a:t>
            </a:r>
            <a:br/>
            <a:r>
              <a:t>Modul Acuan BMP: Modul 6 &amp; 7 • Arsitektur Jembatan, Konfigurasi Gradle, Runtime Permissions &amp; Solusi RAM 4–8GB</a:t>
            </a:r>
          </a:p>
          <a:p>
            <a:pPr>
              <a:defRPr sz="1150" b="1">
                <a:solidFill>
                  <a:srgbClr val="000000"/>
                </a:solidFill>
                <a:latin typeface="Segoe UI"/>
              </a:defRPr>
            </a:pPr>
            <a:r>
              <a:t>■  Anton Prafanto, S.Kom., M.T.  ■  FAKULTAS SAINS DAN TEKNOLOGI • UNIVERSITAS TERBUKA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520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02 • TOPIK DISKUSI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Evolusi Runtime Mobile: Apache Cordova (Legacy) vs Capacitor (Modern)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4297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42976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APACHE CORDOVA (BLACK BOX)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Folder platforms/ di-ignore dari Git dan di-generate ulang setiap kali build.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Mahasiswa dilarang menyentuh kode Java/Kotlin karena akan tertimpa!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Bergantung pada berkas raksasa config.xml yang rentan conflict.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Wajib instalasi global 'npm i -g cordova' yang rawan masalah hak akses admin.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Terisolasi dari workflow asli pengembang di Android Studio.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4297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42976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CAPACITOR (SOURCE-FIRST)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695" y="246888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Folder android/ diperlakukan sebagai kode sumber resmi yang di-commit ke Git.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Pengembang bebas membuka di Android Studio dan menambahkan library Java/Kotlin.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Konfigurasi modern berbasis TypeScript di capacitor.config.ts.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Dijalankan lewat npx cap tanpa instalasi global yang mengotori sistem.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Dukungan first-class untuk plugin modern berbasis ES6 dan NPM.</a:t>
            </a:r>
          </a:p>
        </p:txBody>
      </p:sp>
      <p:sp>
        <p:nvSpPr>
          <p:cNvPr id="17" name="Rectangle 16">
            <a:hlinkClick r:id="rId2"/>
          </p:cNvPr>
          <p:cNvSpPr/>
          <p:nvPr/>
        </p:nvSpPr>
        <p:spPr>
          <a:xfrm>
            <a:off x="822960" y="6035040"/>
            <a:ext cx="10545775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035040"/>
            <a:ext cx="105457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BERKAS PENDUKUNG (slide_02_komparasi_capacitor_vs_cordova.html)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863339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863339" cy="36576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8633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03 • ARSITEKTUR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Cara Kerja Runtime Bridge: Pesan Dua Arah (Web ⟷ Native Android)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LANDASAN TEORITIS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Chromium WebView terisolasi dalam sandbox ketat tanpa akses sensor OS.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Vue memanggil fungsi TypeScript plugin (mengembalikan JS Promise).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Capacitor menyerialisasi argumen menjadi pesan JSON-RPC aman.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Pesan dikirim lewat interface native @JavascriptInterface ke Android OS.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Thread Java/Kotlin mengeksekusi sensor lalu memanggil evaluateJavascript() untuk me-resolve Promise.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Dosen: Semua pemanggilan bridge bersifat Non-Blocking, menjamin antarmuka Vue tetap mulus 60 FPS!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slide_03_cara_kerja_runtime_bridge.html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1. Pemanggilan Asinkron di Vue 3 / TS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import { Haptics, ImpactStyle } from '@capacitor/haptics';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triggerVibrate = async ()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// Mengirim paket JSON-RPC melintasi Jembatan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await Haptics.impact({ style: ImpactStyle.Heavy });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console.log('Getaran haptik sukses dieksekusi native OS!');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(slide_03_cara_kerja_runtime_bridge.html)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863339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863339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8633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04 • KONFIGURASI PROYEK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Konfigurasi Utama Proyek: capacitor.config.ts &amp; Penegakan appId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LANDASAN TEORITIS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appId: Identitas unik global format Reverse-Domain (cth: id.ac.ut.mobileportal).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appName: Nama tampilan aplikasi yang muncul di layar beranda (home screen).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webDir: Direktori bundel statis hasil kompilasi web (default: 'dist').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bundledWebRuntime: Disetel false untuk optimasi tree-shaking modern.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server.url: Opsi alamat IP lokal untuk mengaktifkan fitur Live Reload saat coding.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Dosen: Format appId wajib huruf kecil dipisah titik tanpa spasi/simbol khusus agar disetujui Google Play.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slide_04_konfigurasi_capacitor_config.html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import type { CapacitorConfig } from '@capacitor/cli';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config: CapacitorConfig =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appId: 'id.ac.ut.mobileportal',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appName: 'Portal Mahasiswa UT',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webDir: 'dist',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bundledWebRuntime: false,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server: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androidScheme: 'https'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export default config;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(slide_04_konfigurasi_capacitor_config.html)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1775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1775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1775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05 • PIPELINE CLI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Alur 4 Perintah Kunci Capacitor CLI dari Web ke Android Studio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810512"/>
            <a:ext cx="2011680" cy="34747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1051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LANGKAH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1284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npm run build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Vite mengompilasi seluruh file .vue, TypeScript, dan CSS ke folder dist/. Wajib dijalankan sebelum sync!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30975" y="1810512"/>
            <a:ext cx="2011680" cy="34747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181051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LANGKAH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0975" y="221284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npx cap add android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Mengunduh scaffold native dan membuat folder android/ utuh beserta wrapper Gradle (Hanya 1x di awal).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3959352"/>
            <a:ext cx="2011680" cy="34747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LANGKAH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6168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npx cap sync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Menyalin aset web dist/ ke assets/public Android dan menyelaraskan dependensi plugin native Gradle.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1247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8095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30975" y="3959352"/>
            <a:ext cx="2011680" cy="347472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0975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LANGKAH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0975" y="436168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npx cap open android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Membuka proyek native secara otomatis di lingkungan IDE Android Studio untuk proses kompilasi APK.</a:t>
            </a:r>
          </a:p>
        </p:txBody>
      </p:sp>
      <p:sp>
        <p:nvSpPr>
          <p:cNvPr id="27" name="Rectangle 26">
            <a:hlinkClick r:id="rId2"/>
          </p:cNvPr>
          <p:cNvSpPr/>
          <p:nvPr/>
        </p:nvSpPr>
        <p:spPr>
          <a:xfrm>
            <a:off x="822960" y="5943600"/>
            <a:ext cx="10545775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943600"/>
            <a:ext cx="105457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BERKAS PENDUKUNG (slide_05_alur_perintah_cli_capacitor.html)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520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06 • STRUKTUR NATIVE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Anatomi Direktori android/: Letak Berkas Kunci Proyek Native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810512"/>
            <a:ext cx="2011680" cy="34747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1051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ASSETS/PUBLIC/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1284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Folder Web Aset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Tempat bundel web (HTML, JS, CSS) disalin oleh 'cap sync'. Jangan diedit manual karena akan tertimpa.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30975" y="1810512"/>
            <a:ext cx="2011680" cy="34747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181051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MAINACTIVITY.JAVA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0975" y="221284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Entry Point Aplikasi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Kelas Java turunan BridgeActivity Capacitor yang bertugas memuat container Chromium WebView.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3959352"/>
            <a:ext cx="2011680" cy="34747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RES/ &amp; MIPMAP/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6168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Resource Android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Menyimpan ikon launcher multi-resolusi (hdpi s/d xxxhdpi), splash screen drawable, dan strings.xml.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1247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8095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30975" y="3959352"/>
            <a:ext cx="2011680" cy="347472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0975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VARIABLES.GRADLE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0975" y="436168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Pusat Versi SDK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Menyelaraskan konstanta minSdk, targetSdk, compileSdk, dan pustaka androidx di seluruh modul proyek.</a:t>
            </a:r>
          </a:p>
        </p:txBody>
      </p:sp>
      <p:sp>
        <p:nvSpPr>
          <p:cNvPr id="27" name="Rectangle 26">
            <a:hlinkClick r:id="rId2"/>
          </p:cNvPr>
          <p:cNvSpPr/>
          <p:nvPr/>
        </p:nvSpPr>
        <p:spPr>
          <a:xfrm>
            <a:off x="822960" y="5943600"/>
            <a:ext cx="10545775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943600"/>
            <a:ext cx="105457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BERKAS PENDUKUNG (slide_06_anatomi_folder_android.html)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977639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977639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977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07 • BUILD SYSTEM GRADLE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Konfigurasi SDK Android pada build.gradle &amp; variables.gradle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LANDASAN TEORITIS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minSdkVersion: Versi OS terendah yang diizinkan menginstal (Capacitor mewajibkan minimal API 22/24).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targetSdkVersion: Versi API yang diuji dan dioptimalkan perilakunya (Wajib API 34+ untuk standar Google Play).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compileSdkVersion: Versi SDK compiler yang digunakan Gradle saat merakit bytecode.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versionCode: Integer positif (1, 2, 3...) yang wajib bertambah setiap upload rilis baru.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versionName: String versi semantik yang dibaca oleh pengguna (contoh: '1.0.0').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Dosen: Ubah versi SDK cukup dari file variables.gradle agar seluruh library Capacitor tersinkronisasi otomatis.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slide_07_konfigurasi_build_gradle.html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android/app/build.gradle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defaultConfig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applicationId "id.ac.ut.mobileportal"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minSdkVersion rootProject.ext.minSdkVersion      // API 24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targetSdkVersion rootProject.ext.targetSdkVersion // API 34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versionCode 1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versionName "1.0.0"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(slide_07_konfigurasi_build_gradle.html)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520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08 • MANIFEST SISTEM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Anatomi AndroidManifest.xml: Deklarasi Izin Hardware &amp; Activity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LANDASAN TEORITIS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Tag &lt;uses-permission&gt;: Kontrak izin perangkat keras ke sistem Android OS.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Izin Wajib Hybrid: android.permission.INTERNET selalu dibutuhkan oleh WebView.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Izin Sensor: CAMERA, ACCESS_FINE_LOCATION, dan READ_MEDIA_IMAGES.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usesCleartextTraffic='false': Standar keamanan produksi wajib HTTPS (bisa true sementara di dev).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Activity MainActivity: Dilengkapi tag intent-filter MAIN dan LAUNCHER sebagai pintu gerbang buka aplikasi.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Dosen: Jika lupa mendaftarkan permission di Manifest, aplikasi akan langsung crash saat memanggil plugin di HP!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slide_08_anatomi_android_manifest.html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&lt;manifest xmlns:android="http://schemas.android.com/apk/res/android"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package="id.ac.ut.mobileportal"&gt;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&lt;!-- Izin Hardware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&lt;uses-permission android:name="android.permission.INTERNET" /&gt;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&lt;uses-permission android:name="android.permission.CAMERA" /&gt;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&lt;application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android:allowBackup="true"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android:icon="@mipmap/ic_launcher"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android:label="@string/app_name"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android:usesCleartextTraffic="false"&gt;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&lt;!-- Main Activity Declaration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&lt;/application&gt;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&lt;/manifest&gt;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(slide_08_anatomi_android_manifest.html)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863339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863339" cy="36576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8633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09 • KEAMANAN &amp; PRIVASI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Manajemen Hak Akses Runtime (Runtime Permissions Android Modern)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LANDASAN TEORITIS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Sejak Android 6.0+, deklarasi di Manifest tidak cukup untuk izin sensitif (Dangerous Permissions).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Aplikasi wajib meminta izin interaktif lewat dialog pop-up ke pengguna saat fitur digunakan.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Langkah 1: Cek status terkini via checkPermissions().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Langkah 2: Jika belum granted, tampilkan dialog via requestPermissions().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Langkah 3: Tangani kemungkinan status 'denied' dengan pesan edukatif ramah pengguna.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Dosen: Jangan meminta semua izin sekaligus saat aplikasi baru pertama dibuka; mintalah tepat saat fitur disentuh (Just-in-Time).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slide_09_manajemen_runtime_permissions.html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import { Camera } from '@capacitor/camera';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ambilFotoKTM = async ()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// 1. Cek status izin saat ini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let check = await Camera.checkPermissions();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if (check.camera !== 'granted')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// 2. Minta izin interaktif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const request = await Camera.requestPermissions();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if (request.camera !== 'granted')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alert('Izin kamera ditolak. Silakan aktifkan via Pengaturan HP.');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return;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// 3. Izin didapat -&gt; Buka kamera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(slide_09_manajemen_runtime_permissions.html)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9489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9489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9489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10 • GOOGLE 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Pengenalan Antarmuka Android Studio: 4 Instrumen Vital Pengembang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810512"/>
            <a:ext cx="2011680" cy="34747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1051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SYNC GRADLE 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1284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Sinkronisasi Dependensi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Tombol gajah di toolbar atas untuk mengunduh pustaka Java/Kotlin yang tercantum di build.gradle.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30975" y="1810512"/>
            <a:ext cx="2011680" cy="34747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181051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DEVICE SELECTOR 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0975" y="221284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Pemilih Target Device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Dropdown untuk memilih smartphone fisik Android yang tersambung via USB atau perangkat emulator AVD.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3959352"/>
            <a:ext cx="2011680" cy="34747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TOMBOL RUN 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6168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Kompilasi &amp; Deploy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Tombol segitiga hijau (Shift+F10) untuk mengompilasi APK debug dan langsung meluncurkannya di HP.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1247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8095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30975" y="3959352"/>
            <a:ext cx="2011680" cy="347472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0975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LOGCAT CONSOLE 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0975" y="436168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Diagnostik Sistem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Jendela bawah untuk memantau log sistem Android OS, pesan console.log JS, dan melacak crash Java.</a:t>
            </a:r>
          </a:p>
        </p:txBody>
      </p:sp>
      <p:sp>
        <p:nvSpPr>
          <p:cNvPr id="27" name="Rectangle 26">
            <a:hlinkClick r:id="rId2"/>
          </p:cNvPr>
          <p:cNvSpPr/>
          <p:nvPr/>
        </p:nvSpPr>
        <p:spPr>
          <a:xfrm>
            <a:off x="822960" y="5943600"/>
            <a:ext cx="10545775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943600"/>
            <a:ext cx="105457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BERKAS PENDUKUNG (slide_10_pengenalan_android_studio.html)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634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6347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634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11 • SOLUSI HEMAT 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Solusi Ramah Laptop: Emulator AVD vs Ponsel Fisik via USB Debugging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4297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42976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EMULATOR AVD (BEBAN BERAT)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Membutuhkan alokasi RAM 3.5 s/d 4.5 GB khusus untuk OS virtual QEMU.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Total beban RAM laptop: OS (2GB) + IDE (1.8GB) + AVD (3.6GB) = 7.4GB!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Menyebabkan laptop RAM 4-8GB mengalami disk thrashing parah dan freeze.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Interaksi kaku menggunakan kursor mouse komputer.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Sensor kamera dan GPS hanya berupa simulasi data dummy statis.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4297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42976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PONSEL FISIK USB (SANGAT RINGAN)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695" y="2468880"/>
            <a:ext cx="46634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Beban RAM PC untuk daemon ADB hanya ~50 s/d 70 MB!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Proses komputasi aplikasi ditangani sepenuhnya oleh chipset smartphone.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Laptop RAM 4-8GB tetap bekerja sangat dingin, baterai awet, dan mulus.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Sensasi sentuhan jari asli (multi-touch gesture) yang realistis.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t>■  Sensor hardware nyata 100% akurat (kamera, vibrator, lokasi GPS asli).</a:t>
            </a:r>
          </a:p>
        </p:txBody>
      </p:sp>
      <p:sp>
        <p:nvSpPr>
          <p:cNvPr id="17" name="Rectangle 16">
            <a:hlinkClick r:id="rId2"/>
          </p:cNvPr>
          <p:cNvSpPr/>
          <p:nvPr/>
        </p:nvSpPr>
        <p:spPr>
          <a:xfrm>
            <a:off x="822960" y="6035040"/>
            <a:ext cx="10545775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035040"/>
            <a:ext cx="105457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BERKAS PENDUKUNG (slide_11_dilema_ram_emulator_vs_device.html)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520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12 • PANDUAN PRAKTIS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Panduan Aktivasi Opsi Pengembang &amp; USB Debugging Semua Merk HP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810512"/>
            <a:ext cx="2011680" cy="34747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1051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LANGKAH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1284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Buka Opsi Pengembang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Buka Settings &gt; About Phone &gt; Ketuk 'Build Number' (atau MIUI Version) sebanyak 7 kali berturut-turut.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30975" y="1810512"/>
            <a:ext cx="2011680" cy="34747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181051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LANGKAH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0975" y="221284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Nyalakan USB Debugging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Masuk ke Developer Options &gt; Aktifkan sakelar 'USB Debugging'. (Khusus Xiaomi: aktifkan juga Security settings).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3959352"/>
            <a:ext cx="2011680" cy="34747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LANGKAH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6168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Otorisasi Kunci RSA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Sambungkan kabel USB &gt; Centang 'Always allow from this computer' pada dialog pop-up di layar HP &gt; Klik Allow.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1247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8095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30975" y="3959352"/>
            <a:ext cx="2011680" cy="347472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0975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LANGKAH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0975" y="436168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Verifikasi adb devices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Buka terminal laptop dan ketik 'adb devices'. Pastikan ID perangkat muncul dengan status 'device' hijau!</a:t>
            </a:r>
          </a:p>
        </p:txBody>
      </p:sp>
      <p:sp>
        <p:nvSpPr>
          <p:cNvPr id="27" name="Rectangle 26">
            <a:hlinkClick r:id="rId2"/>
          </p:cNvPr>
          <p:cNvSpPr/>
          <p:nvPr/>
        </p:nvSpPr>
        <p:spPr>
          <a:xfrm>
            <a:off x="822960" y="5943600"/>
            <a:ext cx="10545775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943600"/>
            <a:ext cx="105457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BERKAS PENDUKUNG (slide_12_panduan_usb_debugging_android.md)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634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6347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634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13 • SCREEN MIRRORING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Mirroring Layar Cepat &amp; Rekam Video Demo Tugas dengan scrcpy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LANDASAN TEORITIS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Tool open-source ultra-ringan berbasis bahasa C buatan Genymobile.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Latensi super rendah (35–70ms) pada framerate 60 FPS tanpa perlu akses root.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Konsumsi RAM laptop &lt; 70MB (Jauh lebih ringan dibanding emulator!).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Mendukung kontrol penuh HP menggunakan mouse dan keyboard laptop.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Fitur rekam video otomatis ke file MP4 untuk bukti pengumpulan tugas tutorial UT.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Dosen: Gunakan parameter '-m 1024' agar beban decoding video di laptop berspesifikasi hemat menjadi sangat enteng.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slide_13_panduan_scrcpy_mirroring.html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# Perintah Standar (Optimal untuk Laptop RAM 4-8GB)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scrcpy --stay-awake -m 1024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# Rekam Layar Langsung Jadi Berkas Video MP4 untuk Tugas Tuton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scrcpy --stay-awake --record demo_tugas_ut.mp4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# Shortcut Praktis di scrcpy: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# Alt + F : Layar Penuh (Fullscreen)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# Alt + H : Kembali ke Home Screen HP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# Alt + B : Tombol Back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(slide_13_panduan_scrcpy_mirroring.html)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749039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749039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14 • DIAGNOSTIK REMOTE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Inspeksi WebView di Smartphone via chrome://inspect Desktop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LANDASAN TEORITIS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Menghubungkan Chrome DevTools desktop dengan WebView yang berjalan di HP fisik.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Buka chrome://inspect/#devices di browser Google Chrome laptop.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Daftar WebView yang aktif akan otomatis terdeteksi jika ADB tersambung.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Klik 'inspect' untuk membuka DevTools: live edit CSS, Elements, dan DOM tree.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Console Tab: Melihat log JavaScript dan Network Tab untuk memantau request API kampus.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Dosen: Sangat berguna untuk melacak error CSS layout pada ponsel tanpa perlu berkali-kali kompilasi ulang APK!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slide_14_chrome_remote_debugging_inspect.html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Di Terminal / Console DevTools Desktop: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Anda dapat mengeksekusi JavaScript interaktif langsung di smartphone!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console.log("Mengecek token sesi di HP:");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localStorage.getItem("token_mahasiswa_ut");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Mengubah gaya CSS langsung dari DevTools: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document.querySelector("ion-toolbar").style.background = "#FFE600";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(slide_14_chrome_remote_debugging_inspect.html)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520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15 • KEAMANAN HYBRID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Keamanan WebView &amp; Pencegahan Bahaya Cross-Site Scripting (XSS)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LANDASAN TEORITIS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XSS di mobile jauh lebih berbahaya: Script jahat dapat memanggil Native Bridge!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Penyerang dapat mencuri file lokal di storage ponsel atau melacak koordinat GPS.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Hindari v-html: Selalu gunakan interpolasi {{ text }} yang otomatis men-sanitize karakter HTML.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Content Security Policy (CSP): Batasi sumber skrip yang diizinkan dieksekusi.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Capacitor menyajikan konten lewat origin https://localhost untuk keamanan modern.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Dosen: Pastikan android:usesCleartextTraffic='false' pada build produksi agar seluruh transmisi data terenkripsi HTTPS.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slide_15_keamanan_webview_dan_xss.html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CARA RAWAN XSS (DILARANG KERAS)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&lt;div v-html="komentarMahasiswa"&gt;&lt;/div&gt;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CARA AMAN (INTERPOLASI TEKS TER-SANITIZE)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&lt;div&gt;{{ komentarMahasiswa }}&lt;/div&gt;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Tag Header CSP di index.html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&lt;meta http-equiv="Content-Security-Policy" 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content="default-src 'self' data: gap: https://ssl.gstatic.com 'unsafe-eval'; style-src 'self' 'unsafe-inline'; media-src *"&gt;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(slide_15_keamanan_webview_dan_xss.html)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634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63474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634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16 • DIAGNOSTIK 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Cheatsheet Pemecahan 4 Masalah Kompilasi Klasik Mahasiswa UT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810512"/>
            <a:ext cx="2011680" cy="347472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1051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SOLUSI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1284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Java Version Mismatch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Ubah Gradle JDK di Android Studio (Settings &gt; Build Tools &gt; Gradle) menjadi 'jbr-17' bawaan JetBrains.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30975" y="1810512"/>
            <a:ext cx="2011680" cy="34747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181051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SOLUSI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0975" y="221284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Aset dist/ Not Found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Jalankan 'npm run build' terlebih dahulu sebelum mengeksekusi perintah 'npx cap sync'!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3959352"/>
            <a:ext cx="2011680" cy="34747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SOLUSI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6168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AAPT2 Resource Error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Nama gambar di res/drawable wajib huruf kecil tanpa spasi dan tanda hubung (cth: logo_ut.png).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1247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8095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30975" y="3959352"/>
            <a:ext cx="2011680" cy="34747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0975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SOLUSI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0975" y="436168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Gradle Out of Memory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Buka gradle.properties, atur org.gradle.jvmargs=-Xmx1024m agar ramah bagi laptop RAM 4-8GB.</a:t>
            </a:r>
          </a:p>
        </p:txBody>
      </p:sp>
      <p:sp>
        <p:nvSpPr>
          <p:cNvPr id="27" name="Rectangle 26">
            <a:hlinkClick r:id="rId2"/>
          </p:cNvPr>
          <p:cNvSpPr/>
          <p:nvPr/>
        </p:nvSpPr>
        <p:spPr>
          <a:xfrm>
            <a:off x="822960" y="5943600"/>
            <a:ext cx="10545775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943600"/>
            <a:ext cx="105457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BERKAS PENDUKUNG (slide_16_troubleshooting_build_android.md)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977639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977639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977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17 • MASTER SOLUSI (100)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Master Solusi Lab Quest 06: Capacitor Bridge &amp; Platform Inspector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LANDASAN TEORITIS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Deteksi cerdas lingkungan eksekusi: Web Browser vs Android Native Container.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Pemantauan status perangkat: Resolusi layar, pixel ratio, status jaringan &amp; level baterai.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Simulator pemanggilan plugin: Haptics (vibrasi), Clipboard (salin teks), dan Network.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Pencatatan visual paket transaksi JSON-RPC Wire secara real-time.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Memenuhi seluruh rubrik penilaian praktikum Sesi 06 dengan skor maksimal 100!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Dosen: Buka berkas HTML ini di Google Chrome desktop untuk menguji langsung simulator komunikasi bridge-nya!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slide_17_lab_quest_06_bridge_tester.html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Cuplikan Logika Deteksi Platform di Vue 3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detectPlatform = ()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if (window.Capacitor &amp;&amp; window.Capacitor.isNativePlatform())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platform.value = 'Android Native (Capacitor Bridge)';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isNative.value = true;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} else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platform.value = 'Desktop Workstation (Chrome Browser)';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isNative.value = false;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(slide_17_lab_quest_06_bridge_tester.html)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406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4061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406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18 • MENUJU SESI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Jembatan Menuju Sesi 07: REST API, Offline Storage &amp; TUGAS TUTORIAL 3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810512"/>
            <a:ext cx="2011680" cy="347472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1051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PILAR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1284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Asynchronous REST API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Mengonsumsi live API server UT, manajemen token JWT, penanganan response async, dan skeleton loading.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30975" y="1810512"/>
            <a:ext cx="2011680" cy="347472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181051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PILAR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0975" y="221284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Offline-First Storage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Menyimpan data katalog modul secara lokal via Capacitor Preferences agar aplikasi tetap aktif tanpa sinyal.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3959352"/>
            <a:ext cx="2011680" cy="347472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PILAR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36168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Hardware Camera &amp; GPS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Memotret bukti KTM dan memvalidasi koordinat lokasi mahasiswa saat presensi ujian daerah 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1247" y="3867912"/>
            <a:ext cx="5120640" cy="1965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8095" y="3794760"/>
            <a:ext cx="5120640" cy="196596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30975" y="3959352"/>
            <a:ext cx="2011680" cy="347472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0975" y="3959352"/>
            <a:ext cx="2011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PENGUMUMAN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0975" y="4361688"/>
            <a:ext cx="47548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TUGAS TUTORIAL 3 DIBUKA!</a:t>
            </a:r>
          </a:p>
          <a:p>
            <a:pPr>
              <a:defRPr sz="900">
                <a:solidFill>
                  <a:srgbClr val="282828"/>
                </a:solidFill>
                <a:latin typeface="Segoe UI"/>
              </a:defRPr>
            </a:pPr>
            <a:r>
              <a:t>Tugas evaluasi praktikum penutup berbobot tinggi sebelum UAS akan resmi dibuka pada Sesi 07!</a:t>
            </a:r>
          </a:p>
        </p:txBody>
      </p:sp>
      <p:sp>
        <p:nvSpPr>
          <p:cNvPr id="27" name="Rectangle 26">
            <a:hlinkClick r:id="rId2"/>
          </p:cNvPr>
          <p:cNvSpPr/>
          <p:nvPr/>
        </p:nvSpPr>
        <p:spPr>
          <a:xfrm>
            <a:off x="822960" y="5943600"/>
            <a:ext cx="10545775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943600"/>
            <a:ext cx="1054577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BERKAS PENDUKUNG (slide_18_preview_sesi_07_api_storage.html)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